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1 ·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320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Caso sintético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937"/>
                </a:solidFill>
              </a:defRPr>
            </a:pPr>
            <a:r>
              <a:t>Reponer antes de la llamada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En contratos públicos de limpieza hospitalaria, el proveedor está obligado a mantener los químicos de desinfección y los insumos fungibles con frecuencias de reposición definidas por el hospital.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Nuestra hipótesis es que hoy la reposición empieza cuando el hospital ya avisó la falta.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Caso sintético: una caja de desinfectante que va a un hospital.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Fuente: fichas técnicas SERCOP (bóveda, 99 Fuentes). Matriz A-01, A-02.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v0 · 14-oct-2026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2 ·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937"/>
                </a:solidFill>
              </a:defRPr>
            </a:pPr>
            <a:r>
              <a:t>Calcula, propone, una persona decide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Calcula qué punto se va a quedar sin producto y por qué.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Cada alerta muestra los datos que la explican: stock, consumo y días de cobertura.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Si un cambio supera los límites de costo o retraso, no se ejecuta: espera la aprobación de una persona.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El cálculo es una regla verificable; la IA no aprueba nada.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A-06, A-10 (sustitución), A-11 (sustitución).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v0 · 14-oct-2026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3 · Prototipo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320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Resultados de pruebas automatizadas · no es demo en vivo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937"/>
                </a:solidFill>
              </a:defRPr>
            </a:pPr>
            <a:r>
              <a:t>Una caja hacia el hospital norte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Escenario sintético: una bodega, 15 puntos y dos vehículos.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En nuestras pruebas, el hospital norte tiene cinco días de cobertura de desinfectante: riesgo alto.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La propuesta asigna una ruta a cada vehículo respetando capacidad, horarios de atención y jornada.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Ante un cierre de vía se conservan las paradas hechas y se crea una nueva versión de la ruta.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Diseño: la caja queda ligada a su lote y a la entrega.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La consulta pública devuelve producto, estado e hitos sin datos privados; un token alterado recibe 404 en la prueba de API.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A-03 (sust.), A-04, A-07, A-09, A-13 (propuesta), A-16 (sust.).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v0 · 14-oct-2026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4 · Impacto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320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Simulación · resultado pendiente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937"/>
                </a:solidFill>
              </a:defRPr>
            </a:pPr>
            <a:r>
              <a:t>Cómo mediremos el impacto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Diseñamos la comparación antes de ver resultados: 90 días sintéticos, tres semillas y un escenario adverso aparte.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Contra reposición reactiva y calendario fijo.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Contamos los quiebres evitados y también los nuevos, sin restar unos de otros.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El resultado solo lo mostraremos con su archivo verificable.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A-19 (sustitución), A-20. A-21 retirada: sin corrida oficial de 005.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v0 · 14-oct-2026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5 · Viabilidad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320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Prueba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937"/>
                </a:solidFill>
              </a:defRPr>
            </a:pPr>
            <a:r>
              <a:t>Qué ya funciona y qué no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Cargamos archivos de otro formato escribiendo solo un perfil, sin programar.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En prueba local, la ruta de 80 puntos se calcula en menos de cinco segundos.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Límite: es una heurística; no prometemos la ruta óptima.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A-22, A-24, A-33.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v0 · 14-oct-2026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6 · Modelo de negocio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320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Hipótesis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937"/>
                </a:solidFill>
              </a:defRPr>
            </a:pPr>
            <a:r>
              <a:t>Quién paga y por qué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Nuestro cliente por validar es la empresa de limpieza.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Cobraríamos implementación y una suscripción.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El precio lo definiremos con costos reales del piloto.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El costo de operación lo mediremos en el piloto.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A-31 (propuesta), A-30 y A-26 (sustitución).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v0 · 14-oct-2026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6B7280"/>
                </a:solidFill>
              </a:defRPr>
            </a:pPr>
            <a:r>
              <a:t>7 · Próximo paso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0" y="32004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B45309"/>
                </a:solidFill>
              </a:defRPr>
            </a:pPr>
            <a:r>
              <a:t>Propuesta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F2937"/>
                </a:solidFill>
              </a:defRPr>
            </a:pPr>
            <a:r>
              <a:t>Piloto de cuatro semanas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Semana 1: acordar bodega, puntos y productos; medir la operación actual sin cambiarla.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Semana 2: recomendaciones en paralelo, con aprobación humana.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Semana 3: operar un grupo pequeño con caja y QR.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Semana 4: comparar contra la operación actual y decidir si seguir.</a:t>
            </a:r>
          </a:p>
          <a:p>
            <a:pPr>
              <a:spcAft>
                <a:spcPts val="800"/>
              </a:spcAft>
              <a:defRPr sz="2000" b="0">
                <a:solidFill>
                  <a:srgbClr val="1F2937"/>
                </a:solidFill>
              </a:defRPr>
            </a:pPr>
            <a:r>
              <a:t>• Buscamos una empresa que quiera medirlo con nosotros.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B7280"/>
                </a:solidFill>
              </a:defRPr>
            </a:pPr>
            <a:r>
              <a:t>Matriz A-32; ficha de piloto del plan 006.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B45309"/>
                </a:solidFill>
              </a:defRPr>
            </a:pPr>
            <a:r>
              <a:t>PROVISIONAL v0 · 14-oct-2026 · IstpetDev · no es formato oficial (O-04/O-06 pendientes) · no entregado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